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A56DB">
              <a:alpha val="18000"/>
            </a:srgbClr>
          </a:solidFill>
          <a:ln w="12700">
            <a:solidFill>
              <a:srgbClr val="1A56DB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0694A2">
              <a:alpha val="12000"/>
            </a:srgbClr>
          </a:solidFill>
          <a:ln w="12700">
            <a:solidFill>
              <a:srgbClr val="0694A2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0080"/>
            <a:ext cx="1645920" cy="310896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008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PROJET P-10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MediScan Africa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Intelligente de Detection de Maladies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d'Aide au Diagnostic Medical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114800" cy="0"/>
          </a:xfrm>
          <a:prstGeom prst="line">
            <a:avLst/>
          </a:prstGeom>
          <a:noFill/>
          <a:ln w="19050">
            <a:solidFill>
              <a:srgbClr val="0694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ROKHAYA BA</a:t>
            </a:r>
            <a:pPr indent="0" marL="0">
              <a:buNone/>
            </a:pPr>
            <a:r>
              <a:rPr lang="en-US" sz="1400" dirty="0">
                <a:solidFill>
                  <a:srgbClr val="7FB3D3"/>
                </a:solidFill>
              </a:rPr>
              <a:t>  &amp;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SERIGNE MOUSTAPHA BADIANE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3"/>
                </a:solidFill>
              </a:rPr>
              <a:t>L3 DSBD  |  AWS Cloud Foundations  |  M. LAM Baye Sabarane  |  ISI Dakar 2025-2026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1463040" cy="29260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062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57400" y="4206240"/>
            <a:ext cx="1188720" cy="29260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4206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AWS Cloud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4206240"/>
            <a:ext cx="1097280" cy="29260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42062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Flask API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Problematique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du fardeau mondial des maladies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 Afrique subsaharienne (OMS 2023)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7432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88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1/10 000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4612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medecins pour habitants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 Senegal (contre 1/300 en France)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05840"/>
            <a:ext cx="27432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88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ans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 retard de diagnostic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pour diabete &amp; cancer en Afrique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8595360" cy="1280160"/>
          </a:xfrm>
          <a:prstGeom prst="rect">
            <a:avLst/>
          </a:prstGeom>
          <a:solidFill>
            <a:srgbClr val="EFF6FF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</a:rPr>
              <a:t>Notre reponse : MediScan Africa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Une plateforme web deployee sur AWS permettant a un infirmier de saisir les donnees d'un patient et de recevoir immediatement un diagnostic d'aide a la decision base sur l'IA — meme dans les zones sans specialiste.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MediScan Africa  |  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2 / 10</a:t>
            </a:r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  |  ROKHAYA BA &amp; SERIGNE MOUSTAPHA BADIANE  |  L3 DSBD — ISI Dakar 2025-2026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la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834640" cy="338328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8346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Machine Learning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Python + scikit-learn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9397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2 modeles entraines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5877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Fichiers .pkl sauvegardes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0815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Jupyter Notebook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834640" cy="3383280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2834640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9601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API REST Flask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3 endpoints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09397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/health  /diabete  /cancer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5877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Gestion erreurs (try/except)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0815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JSON in / JSON out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960120"/>
            <a:ext cx="2834640" cy="3383280"/>
          </a:xfrm>
          <a:prstGeom prst="rect">
            <a:avLst/>
          </a:prstGeom>
          <a:solidFill>
            <a:srgbClr val="ECFEFF"/>
          </a:solidFill>
          <a:ln w="12700">
            <a:solidFill>
              <a:srgbClr val="0694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960120"/>
            <a:ext cx="2834640" cy="50292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9601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Infrastructure AWS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EC2 t2.micro (serveur)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09397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S3 (modeles .pkl)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5877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RDS MySQL (base donnees)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0815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 CloudWatch (monitoring)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63240" y="25603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16752" y="25603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MediScan Africa  |  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3 / 10</a:t>
            </a:r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  |  ROKHAYA BA &amp; SERIGNE MOUSTAPHA BADIANE  |  L3 DSBD — ISI Dakar 2025-2026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— Prediction du Diabete de Type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123444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Dataset : Pima Indians Diabetes (UCI)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768 patientes  |  8 features biologiques  |  2 classes : diabetique / non-diabetique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Features utilisees 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65176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2633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Glucose (glycemie)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05409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3035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IMC (indice masse corporelle)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45643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4381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31720" y="265176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51176" y="2633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Pression arterielle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31720" y="305409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51176" y="3035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Nb de grossesses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345643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51176" y="34381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Insuline serique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960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Resultats du modele (Random Forest)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4173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1435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663440" y="18928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Accuracy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2280" y="14173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12280" y="1435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12280" y="18928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Sensibilite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37744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23957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663440" y="28529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Specificite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237744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12280" y="23957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812280" y="28529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ROC-AUC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429000"/>
            <a:ext cx="4206240" cy="82296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3493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Priorite medicale : Sensibilite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37764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Mieux vaut une fausse alarme que rater un patient diabetique → on optimise le Recall.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MediScan Africa  |  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4 / 10</a:t>
            </a:r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  |  ROKHAYA BA &amp; SERIGNE MOUSTAPHA BADIANE  |  L3 DSBD — ISI Dakar 2025-2026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— Detection du Cancer du Sein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118872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Dataset : Breast Cancer Wisconsin (UCI)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569 biopsies  |  30 mesures morphologiques  |  2 classes : Malin / Benin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2304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Distribution des cas 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697480"/>
            <a:ext cx="237744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Benin : 357 cas (62.7%)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246120"/>
            <a:ext cx="15544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246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Malin : 212 cas (37.3%)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960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Resultats du modele (Random Forest)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435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18928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41732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435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18928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Sensibilite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7744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23957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663440" y="28529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Specificite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237744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12280" y="23957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12280" y="28529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ROC-AUC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429000"/>
            <a:ext cx="4206240" cy="822960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3493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Priorite medicale : Precision (VPP)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7764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Diagnostiquer a tort une tumeur benigne comme maligne est tres traumatisant → on minimise les faux positifs.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MediScan Africa  |  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5 / 10</a:t>
            </a:r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  |  ROKHAYA BA &amp; SERIGNE MOUSTAPHA BADIANE  |  L3 DSBD — ISI Dakar 2025-2026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Flask — Demo en Direct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8686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82296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0332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898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Verification que l'API tourne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097280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0972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{"status":"ok","service":"MediScan Africa"}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8686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240280"/>
            <a:ext cx="82296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24028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2677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/diabete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624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Prediction du risque de diabete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2331720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3317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{"diagnostic":"diabete","probabilite":0.82}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474720"/>
            <a:ext cx="8686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474720"/>
            <a:ext cx="8229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4747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502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/cancer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858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Classification benin / malin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3566160"/>
            <a:ext cx="42976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35661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{"diagnostic":"malin","probabilite":0.94}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MediScan Africa  |  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6 / 10</a:t>
            </a:r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  |  ROKHAYA BA &amp; SERIGNE MOUSTAPHA BADIANE  |  L3 DSBD — ISI Dakar 2025-2026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645920"/>
          </a:xfrm>
          <a:prstGeom prst="rect">
            <a:avLst/>
          </a:prstGeom>
          <a:solidFill>
            <a:srgbClr val="FFFBEB"/>
          </a:solidFill>
          <a:ln w="1016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1097280"/>
            <a:ext cx="457200" cy="256032"/>
          </a:xfrm>
          <a:prstGeom prst="rect">
            <a:avLst/>
          </a:prstGeom>
          <a:solidFill>
            <a:srgbClr val="FF9900">
              <a:alpha val="20000"/>
            </a:srgbClr>
          </a:solidFill>
          <a:ln w="1270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0972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900"/>
                </a:solidFill>
              </a:rPr>
              <a:t>M6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8328" y="1124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</a:rPr>
              <a:t>EC2 t2.micro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52704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Serveur API Flask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34.255.122.132:5000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960120"/>
            <a:ext cx="2743200" cy="1645920"/>
          </a:xfrm>
          <a:prstGeom prst="rect">
            <a:avLst/>
          </a:prstGeom>
          <a:solidFill>
            <a:srgbClr val="F0FDF4"/>
          </a:solidFill>
          <a:ln w="1016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960120"/>
            <a:ext cx="274320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67528" y="1097280"/>
            <a:ext cx="457200" cy="256032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10972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M7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82696" y="1124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Amazon S3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82696" y="152704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Stockage modeles .pkl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versioning + chiffrement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17336" y="960120"/>
            <a:ext cx="2743200" cy="1645920"/>
          </a:xfrm>
          <a:prstGeom prst="rect">
            <a:avLst/>
          </a:prstGeom>
          <a:solidFill>
            <a:srgbClr val="EFF6FF"/>
          </a:solidFill>
          <a:ln w="1016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960120"/>
            <a:ext cx="2743200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1896" y="1097280"/>
            <a:ext cx="457200" cy="256032"/>
          </a:xfrm>
          <a:prstGeom prst="rect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10972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6DB"/>
                </a:solidFill>
              </a:rPr>
              <a:t>M8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27064" y="1124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</a:rPr>
              <a:t>RDS MySQL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27064" y="152704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Base de donnees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sous-reseau prive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834640"/>
            <a:ext cx="2743200" cy="1645920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834640"/>
            <a:ext cx="27432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23160" y="2971800"/>
            <a:ext cx="457200" cy="25603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29718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M4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8328" y="29992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IAM Roles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" y="34015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Securite least-privilege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EC2Role + LambdaRole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72968" y="2834640"/>
            <a:ext cx="2743200" cy="1645920"/>
          </a:xfrm>
          <a:prstGeom prst="rect">
            <a:avLst/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2834640"/>
            <a:ext cx="27432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67528" y="2971800"/>
            <a:ext cx="457200" cy="256032"/>
          </a:xfrm>
          <a:prstGeom prst="rect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7528" y="29718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M5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82696" y="29992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Security Groups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82696" y="34015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Port 22 : IP dev seul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Port 5000 : public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17336" y="2834640"/>
            <a:ext cx="2743200" cy="1645920"/>
          </a:xfrm>
          <a:prstGeom prst="rect">
            <a:avLst/>
          </a:prstGeom>
          <a:solidFill>
            <a:srgbClr val="ECFEFF"/>
          </a:solidFill>
          <a:ln w="10160">
            <a:solidFill>
              <a:srgbClr val="0694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17336" y="2834640"/>
            <a:ext cx="2743200" cy="9144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11896" y="2971800"/>
            <a:ext cx="457200" cy="256032"/>
          </a:xfrm>
          <a:prstGeom prst="rect">
            <a:avLst/>
          </a:prstGeom>
          <a:solidFill>
            <a:srgbClr val="0694A2">
              <a:alpha val="20000"/>
            </a:srgbClr>
          </a:solidFill>
          <a:ln w="12700">
            <a:solidFill>
              <a:srgbClr val="0694A2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11896" y="29718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94A2"/>
                </a:solidFill>
              </a:rPr>
              <a:t>M10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27064" y="29992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94A2"/>
                </a:solidFill>
              </a:rPr>
              <a:t>CloudWatch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27064" y="340156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Dashboard unifie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 alarmes configurees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MediScan Africa  |  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7 / 10</a:t>
            </a:r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  |  ROKHAYA BA &amp; SERIGNE MOUSTAPHA BADIANE  |  L3 DSBD — ISI Dakar 2025-2026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&amp; Well-Architected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605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60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Mesures de securite implementees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81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SSH restreint a l'IP du developpeur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95681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93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Port 3306 RDS inaccessible depuis Internet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40487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IAM Role EC2 : permissions minimales uniquement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85292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254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Fichier .pem exclu du depot GitHub (.gitignore)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300984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735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Chiffrement S3 SSE-S3 active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74904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21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Debug=False en production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2519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60120"/>
            <a:ext cx="425196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96012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Well-Architected — Piliers cles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481328"/>
            <a:ext cx="3977640" cy="566928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481328"/>
            <a:ext cx="10972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527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Securite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IAM + SG + chiffrement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2185416"/>
            <a:ext cx="3977640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185416"/>
            <a:ext cx="109728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Fiabilite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24871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Plan de continuite documente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2889504"/>
            <a:ext cx="3977640" cy="56692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2889504"/>
            <a:ext cx="109728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9352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31912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Modeles en cache memoire (&lt;500ms)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593592"/>
            <a:ext cx="3977640" cy="56692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593592"/>
            <a:ext cx="10972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639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Couts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38953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~0 USD / mois (Free Tier)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MediScan Africa  |  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8 / 10</a:t>
            </a:r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  |  ROKHAYA BA &amp; SERIGNE MOUSTAPHA BADIANE  |  L3 DSBD — ISI Dakar 2025-2026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 — 3 Patients Fictifs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URL :  http://34.255.122.132:5000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554480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554480"/>
            <a:ext cx="27432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54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Patient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Profil 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311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Femme, 50 ans, glucose=148, IMC=33.6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Scenario : Diabete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" y="34564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Probabilite : 82%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794760"/>
            <a:ext cx="201168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94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CONSULTATION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554480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554480"/>
            <a:ext cx="27432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554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Patient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0299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Profil 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2311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Homme, 30 ans, glucose=85, IMC=23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651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Scenario : Diabete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9992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DIABETE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37560" y="34564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Probabilite : 12%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3794760"/>
            <a:ext cx="201168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794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SURVEILLANCE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1554480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554480"/>
            <a:ext cx="27432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554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Patient 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20299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Profil 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22311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Biopsie : radius=17.99, texture=10.38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651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Scenario : Cancer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9992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MALIN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09360" y="34564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Probabilite : 94%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37960" y="3794760"/>
            <a:ext cx="20116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3794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URGENCE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MediScan Africa  |  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9 / 10</a:t>
            </a:r>
            <a:pPr algn="ctr" indent="0" marL="0">
              <a:buNone/>
            </a:pPr>
            <a:r>
              <a:rPr lang="en-US" sz="900" dirty="0">
                <a:solidFill>
                  <a:srgbClr val="7FB3D3"/>
                </a:solidFill>
              </a:rPr>
              <a:t>  |  ROKHAYA BA &amp; SERIGNE MOUSTAPHA BADIANE  |  L3 DSBD — ISI Dakar 2025-2026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694A2">
              <a:alpha val="15000"/>
            </a:srgbClr>
          </a:solidFill>
          <a:ln w="12700">
            <a:solidFill>
              <a:srgbClr val="0694A2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 !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0C4E8"/>
                </a:solidFill>
              </a:rPr>
              <a:t>Ce que nous avons realise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02336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10972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modeles ML entraines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359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4E8"/>
                </a:solidFill>
              </a:rPr>
              <a:t>Diabete + Cancer, metriques medicales documentees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402336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0694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920240"/>
            <a:ext cx="109728" cy="914400"/>
          </a:xfrm>
          <a:prstGeom prst="rect">
            <a:avLst/>
          </a:prstGeom>
          <a:solidFill>
            <a:srgbClr val="0694A2"/>
          </a:solidFill>
          <a:ln w="12700">
            <a:solidFill>
              <a:srgbClr val="0694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Flask deployee sur AWS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2359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4E8"/>
                </a:solidFill>
              </a:rPr>
              <a:t>http://34.255.122.132:5000 — accessible en direct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02336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63240"/>
            <a:ext cx="109728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154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Infrastructure securisee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3502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4E8"/>
                </a:solidFill>
              </a:rPr>
              <a:t>EC2 + S3 + RDS + IAM + CloudWatch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02336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063240"/>
            <a:ext cx="10972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3154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Rapport &amp; analyse ethique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3502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4E8"/>
                </a:solidFill>
              </a:rPr>
              <a:t>Biais des datasets, limites du systeme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D3"/>
                </a:solidFill>
              </a:rPr>
              <a:t>ROKHAYA BA  &amp;  SERIGNE MOUSTAPHA BADIANE  |  L3 DSBD  |  ISI Dakar 2025-2026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MediScan Africa — Projet P-10</dc:title>
  <dc:subject>PptxGenJS Presentation</dc:subject>
  <dc:creator>ROKHAYA BA &amp; SERIGNE MOUSTAPHA BADIANE</dc:creator>
  <cp:lastModifiedBy>ROKHAYA BA &amp; SERIGNE MOUSTAPHA BADIANE</cp:lastModifiedBy>
  <cp:revision>1</cp:revision>
  <dcterms:created xsi:type="dcterms:W3CDTF">2026-03-27T12:14:19Z</dcterms:created>
  <dcterms:modified xsi:type="dcterms:W3CDTF">2026-03-27T12:14:19Z</dcterms:modified>
</cp:coreProperties>
</file>